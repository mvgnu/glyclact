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ecc401ea5345ec" /><Relationship Type="http://schemas.openxmlformats.org/officeDocument/2006/relationships/extended-properties" Target="/docProps/app.xml" Id="Rf891d6d1eed94aea" /><Relationship Type="http://schemas.openxmlformats.org/officeDocument/2006/relationships/officeDocument" Target="/ppt/presentation.xml" Id="R45ebfc0e831b49fe" /></Relationships>
</file>

<file path=ppt/presentation.xml><?xml version="1.0" encoding="utf-8"?>
<p:presentation xmlns:p="http://schemas.openxmlformats.org/presentationml/2006/main">
  <p:sldMasterIdLst>
    <p:sldMasterId xmlns:r="http://schemas.openxmlformats.org/officeDocument/2006/relationships" id="2147483648" r:id="R49c8b89020634623"/>
  </p:sldMasterIdLst>
  <p:notesMasterIdLst>
    <p:notesMasterId xmlns:r="http://schemas.openxmlformats.org/officeDocument/2006/relationships" r:id="R72b69d020e8e46bc"/>
  </p:notesMasterIdLst>
  <p:sldIdLst>
    <p:sldId xmlns:r="http://schemas.openxmlformats.org/officeDocument/2006/relationships" id="256" r:id="R59c0721fb3694c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f33849c23e4dce" /><Relationship Type="http://schemas.openxmlformats.org/officeDocument/2006/relationships/slideMaster" Target="/ppt/slideMasters/slideMaster1.xml" Id="R49c8b89020634623" /><Relationship Type="http://schemas.openxmlformats.org/officeDocument/2006/relationships/notesMaster" Target="/ppt/notesMasters/notesMaster1.xml" Id="R72b69d020e8e46bc" /><Relationship Type="http://schemas.openxmlformats.org/officeDocument/2006/relationships/presProps" Target="/ppt/presProps.xml" Id="R5a8f5c8eaccf4c62" /><Relationship Type="http://schemas.openxmlformats.org/officeDocument/2006/relationships/tableStyles" Target="/ppt/tableStyles.xml" Id="Ree3bf308fd5a43b1" /><Relationship Type="http://schemas.openxmlformats.org/officeDocument/2006/relationships/slide" Target="/ppt/slides/slide1.xml" Id="R59c0721fb3694c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b8295205fc43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812ca82b3546da" /><Relationship Type="http://schemas.openxmlformats.org/officeDocument/2006/relationships/notesMaster" Target="/ppt/notesMasters/notesMaster1.xml" Id="R2ec0abd86c8449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xmlns:a="http://schemas.openxmlformats.org/drawingml/2006/main">
            <a:r>
              <a:t/>
            </a:r>
          </a:p>
          <a:p xmlns:a="http://schemas.openxmlformats.org/drawingml/2006/main">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7d9d15e6c745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9e6680908c49af" /><Relationship Type="http://schemas.openxmlformats.org/officeDocument/2006/relationships/slideLayout" Target="/ppt/slideLayouts/slideLayout1.xml" Id="Rf47b57c1e88c4e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7b57c1e88c4e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ef6bdb29314bda" /><Relationship Type="http://schemas.openxmlformats.org/officeDocument/2006/relationships/chart" Target="/ppt/slides/charts/chart1.xml" Id="R9f731ead96184a08" /><Relationship Type="http://schemas.openxmlformats.org/officeDocument/2006/relationships/notesSlide" Target="/ppt/notesSlides/notesSlide1.xml" Id="R10ec398d2fbc4ae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Batch median</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0.000</c:formatCode>
                <c:ptCount val="4"/>
                <c:pt idx="0">
                  <c:v>0.1315</c:v>
                </c:pt>
                <c:pt idx="1">
                  <c:v>0.0675</c:v>
                </c:pt>
                <c:pt idx="2">
                  <c:v>0.0835</c:v>
                </c:pt>
                <c:pt idx="3">
                  <c:v>0.0815</c:v>
                </c:pt>
              </c:numCache>
            </c:numRef>
          </c:val>
        </c:ser>
        <c:ser>
          <c:idx val="1"/>
          <c:order val="1"/>
          <c:tx>
            <c:v>Best community median</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0.000</c:formatCode>
                <c:ptCount val="4"/>
                <c:pt idx="0">
                  <c:v>0.5555</c:v>
                </c:pt>
                <c:pt idx="1">
                  <c:v>0.478</c:v>
                </c:pt>
                <c:pt idx="2">
                  <c:v>0.599</c:v>
                </c:pt>
                <c:pt idx="3">
                  <c:v>0.6235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Edge-adjusted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DDEC6-84F8-4564-91A9-65035A2BA2E1}"/>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
            <a:extLst xmlns:a="http://schemas.openxmlformats.org/drawingml/2006/main">
              <a:ext uri="{FF2B5EF4-FFF2-40B4-BE49-F238E27FC236}">
                <a16:creationId xmlns:a16="http://schemas.microsoft.com/office/drawing/2014/main" id="{E9A80623-CF90-480C-8581-0A68790ADD77}"/>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
            <a:extLst xmlns:a="http://schemas.openxmlformats.org/drawingml/2006/main">
              <a:ext uri="{FF2B5EF4-FFF2-40B4-BE49-F238E27FC236}">
                <a16:creationId xmlns:a16="http://schemas.microsoft.com/office/drawing/2014/main" id="{FA90ED31-D7D9-4C89-A309-6A588A5ADAE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mlns:a="http://schemas.openxmlformats.org/drawingml/2006/main" x="723900" y="1952625"/>
          <a:ext xmlns:a="http://schemas.openxmlformats.org/drawingml/2006/main" cx="10725150" cy="3562350"/>
        </p:xfrm>
        <a:graphic xmlns:a="http://schemas.openxmlformats.org/drawingml/2006/main">
          <a:graphicData uri="http://schemas.openxmlformats.org/drawingml/2006/chart">
            <c:chart xmlns:r="http://schemas.openxmlformats.org/officeDocument/2006/relationships" xmlns:c="http://schemas.openxmlformats.org/drawingml/2006/chart" r:id="R9f731ead96184a08"/>
          </a:graphicData>
        </a:graphic>
      </p:graphicFrame>
      <p:sp>
        <p:nvSpPr>
          <p:cNvPr id="5" name="">
            <a:extLst xmlns:a="http://schemas.openxmlformats.org/drawingml/2006/main">
              <a:ext uri="{FF2B5EF4-FFF2-40B4-BE49-F238E27FC236}">
                <a16:creationId xmlns:a16="http://schemas.microsoft.com/office/drawing/2014/main" id="{3F7A95CC-2B31-48F4-BBD7-9D0864B6FE8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Signal = community triplicate median minus that plate’s edge-well median.</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126834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2026-09-14T07:20:31.0220000Z</dcterms:created>
  <dcterms:modified xsi:type="dcterms:W3CDTF">2026-09-14T07:20:31.0220000Z</dcterms:modified>
</coreProperties>
</file>